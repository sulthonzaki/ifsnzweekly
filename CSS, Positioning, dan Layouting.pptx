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18DD-3043-F427-1A09-5BC17329C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986115"/>
            <a:ext cx="8791575" cy="1523847"/>
          </a:xfrm>
        </p:spPr>
        <p:txBody>
          <a:bodyPr/>
          <a:lstStyle/>
          <a:p>
            <a:r>
              <a:rPr lang="en-ID" dirty="0"/>
              <a:t>CSS, Positioning, dan </a:t>
            </a:r>
            <a:r>
              <a:rPr lang="en-ID" dirty="0" err="1"/>
              <a:t>Layouting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B55B5-0183-52CD-2337-1AA40C72E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D" dirty="0"/>
              <a:t>Dasar Styling dan Pengaturan Tata Letak Website</a:t>
            </a:r>
          </a:p>
          <a:p>
            <a:r>
              <a:rPr lang="en-ID" dirty="0"/>
              <a:t>Sulthon zaki 13182420008</a:t>
            </a:r>
          </a:p>
        </p:txBody>
      </p:sp>
    </p:spTree>
    <p:extLst>
      <p:ext uri="{BB962C8B-B14F-4D97-AF65-F5344CB8AC3E}">
        <p14:creationId xmlns:p14="http://schemas.microsoft.com/office/powerpoint/2010/main" val="265343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1468-F344-EA44-00D9-2769D096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Pengertian</a:t>
            </a:r>
            <a:r>
              <a:rPr lang="en-ID" dirty="0"/>
              <a:t>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3D1C7-DD5B-9912-BEFA-CB3A301E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CSS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i="1" dirty="0"/>
              <a:t>Cascading Style Sheets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HTML pada </a:t>
            </a:r>
            <a:r>
              <a:rPr lang="en-ID" dirty="0" err="1"/>
              <a:t>halaman</a:t>
            </a:r>
            <a:r>
              <a:rPr lang="en-ID" dirty="0"/>
              <a:t> web. </a:t>
            </a:r>
            <a:r>
              <a:rPr lang="en-ID" dirty="0" err="1"/>
              <a:t>Dengan</a:t>
            </a:r>
            <a:r>
              <a:rPr lang="en-ID" dirty="0"/>
              <a:t> CSS, developer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,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, </a:t>
            </a:r>
            <a:r>
              <a:rPr lang="en-ID" dirty="0" err="1"/>
              <a:t>latar</a:t>
            </a:r>
            <a:r>
              <a:rPr lang="en-ID" dirty="0"/>
              <a:t> </a:t>
            </a:r>
            <a:r>
              <a:rPr lang="en-ID" dirty="0" err="1"/>
              <a:t>belakang</a:t>
            </a:r>
            <a:r>
              <a:rPr lang="en-ID" dirty="0"/>
              <a:t>, </a:t>
            </a:r>
            <a:r>
              <a:rPr lang="en-ID" dirty="0" err="1"/>
              <a:t>hingga</a:t>
            </a:r>
            <a:r>
              <a:rPr lang="en-ID" dirty="0"/>
              <a:t> tata </a:t>
            </a:r>
            <a:r>
              <a:rPr lang="en-ID" dirty="0" err="1"/>
              <a:t>letak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website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profesional</a:t>
            </a:r>
            <a:r>
              <a:rPr lang="en-ID" dirty="0"/>
              <a:t> dan </a:t>
            </a:r>
            <a:r>
              <a:rPr lang="en-ID" dirty="0" err="1"/>
              <a:t>nyaman</a:t>
            </a:r>
            <a:r>
              <a:rPr lang="en-ID" dirty="0"/>
              <a:t> </a:t>
            </a:r>
            <a:r>
              <a:rPr lang="en-ID" dirty="0" err="1"/>
              <a:t>dilihat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84458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5368-1B89-7B16-87BE-266BD85E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Fungsi</a:t>
            </a:r>
            <a:r>
              <a:rPr lang="en-ID" dirty="0"/>
              <a:t>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B3D18-D847-E7E8-F5F9-4101DFB2E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CSS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memisahkan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CSS, </a:t>
            </a: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, </a:t>
            </a:r>
            <a:r>
              <a:rPr lang="en-ID" dirty="0" err="1"/>
              <a:t>jenis</a:t>
            </a:r>
            <a:r>
              <a:rPr lang="en-ID" dirty="0"/>
              <a:t> font,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, </a:t>
            </a:r>
            <a:r>
              <a:rPr lang="en-ID" dirty="0" err="1"/>
              <a:t>jarak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, </a:t>
            </a:r>
            <a:r>
              <a:rPr lang="en-ID" dirty="0" err="1"/>
              <a:t>animasi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website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responsif</a:t>
            </a:r>
            <a:r>
              <a:rPr lang="en-ID" dirty="0"/>
              <a:t> di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layar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83610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25D9-E84E-5571-0BE8-A5A5EE05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Cara </a:t>
            </a:r>
            <a:r>
              <a:rPr lang="en-ID" dirty="0" err="1"/>
              <a:t>Menambahkan</a:t>
            </a:r>
            <a:r>
              <a:rPr lang="en-ID" dirty="0"/>
              <a:t>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F54C2-ACE3-1BFC-AB4F-126CF6909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CSS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ditambahkan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website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inline CSS yang </a:t>
            </a:r>
            <a:r>
              <a:rPr lang="en-ID" dirty="0" err="1"/>
              <a:t>ditulis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pada </a:t>
            </a:r>
            <a:r>
              <a:rPr lang="en-ID" dirty="0" err="1"/>
              <a:t>elemen</a:t>
            </a:r>
            <a:r>
              <a:rPr lang="en-ID" dirty="0"/>
              <a:t> HTML, internal CSS yang </a:t>
            </a:r>
            <a:r>
              <a:rPr lang="en-ID" dirty="0" err="1"/>
              <a:t>ditulis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tag &lt;style&gt; pada file HTML, dan external CSS yang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file </a:t>
            </a:r>
            <a:r>
              <a:rPr lang="en-ID" dirty="0" err="1"/>
              <a:t>terpisah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rapi</a:t>
            </a:r>
            <a:r>
              <a:rPr lang="en-ID" dirty="0"/>
              <a:t>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dikelola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2926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A53E9-19B5-342C-6D49-67B9F06A8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Sintaks</a:t>
            </a:r>
            <a:r>
              <a:rPr lang="en-ID" dirty="0"/>
              <a:t>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15DF-6307-0DC0-74AC-70BDCE799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Sintaks</a:t>
            </a:r>
            <a:r>
              <a:rPr lang="en-ID" dirty="0"/>
              <a:t> CSS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selector, property, dan value. Selector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memilih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HTML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diberi</a:t>
            </a:r>
            <a:r>
              <a:rPr lang="en-ID" dirty="0"/>
              <a:t> style, property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, </a:t>
            </a:r>
            <a:r>
              <a:rPr lang="en-ID" dirty="0" err="1"/>
              <a:t>sedangkan</a:t>
            </a:r>
            <a:r>
              <a:rPr lang="en-ID" dirty="0"/>
              <a:t> value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property </a:t>
            </a:r>
            <a:r>
              <a:rPr lang="en-ID" dirty="0" err="1"/>
              <a:t>tersebut</a:t>
            </a:r>
            <a:r>
              <a:rPr lang="en-ID" dirty="0"/>
              <a:t>, 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biru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font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D853F-0A65-626F-E041-E5D28FDEF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573" y="4176298"/>
            <a:ext cx="2172003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7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84C2-F91F-060D-2C3C-431D921A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Selector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14A13-CA2D-A8B9-014D-6A437C7E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Selector pada CSS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HTML mana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diberi</a:t>
            </a:r>
            <a:r>
              <a:rPr lang="en-ID" dirty="0"/>
              <a:t> </a:t>
            </a:r>
            <a:r>
              <a:rPr lang="en-ID" dirty="0" err="1"/>
              <a:t>gaya</a:t>
            </a:r>
            <a:r>
              <a:rPr lang="en-ID" dirty="0"/>
              <a:t>. Selector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nama tag, class, id, </a:t>
            </a:r>
            <a:r>
              <a:rPr lang="en-ID" dirty="0" err="1"/>
              <a:t>maupun</a:t>
            </a:r>
            <a:r>
              <a:rPr lang="en-ID" dirty="0"/>
              <a:t> selector universal,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fleksibilitas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spesifik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keseluruhan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1189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9BDD-0C14-4658-45D3-BB27E3E3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Property Warna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6F29-BB63-4922-856B-B842545E6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Dalam</a:t>
            </a:r>
            <a:r>
              <a:rPr lang="en-ID" dirty="0"/>
              <a:t> CSS, </a:t>
            </a:r>
            <a:r>
              <a:rPr lang="en-ID" dirty="0" err="1"/>
              <a:t>warna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diterapkan</a:t>
            </a:r>
            <a:r>
              <a:rPr lang="en-ID" dirty="0"/>
              <a:t> pada </a:t>
            </a:r>
            <a:r>
              <a:rPr lang="en-ID" dirty="0" err="1"/>
              <a:t>teks</a:t>
            </a:r>
            <a:r>
              <a:rPr lang="en-ID" dirty="0"/>
              <a:t>, background, border,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format </a:t>
            </a:r>
            <a:r>
              <a:rPr lang="en-ID" dirty="0" err="1"/>
              <a:t>seperti</a:t>
            </a:r>
            <a:r>
              <a:rPr lang="en-ID" dirty="0"/>
              <a:t> nama </a:t>
            </a:r>
            <a:r>
              <a:rPr lang="en-ID" dirty="0" err="1"/>
              <a:t>warna</a:t>
            </a:r>
            <a:r>
              <a:rPr lang="en-ID" dirty="0"/>
              <a:t>, </a:t>
            </a:r>
            <a:r>
              <a:rPr lang="en-ID" dirty="0" err="1"/>
              <a:t>kode</a:t>
            </a:r>
            <a:r>
              <a:rPr lang="en-ID" dirty="0"/>
              <a:t> hexadecimal, RGB, dan HSL,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pilihan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visual yang </a:t>
            </a:r>
            <a:r>
              <a:rPr lang="en-ID" dirty="0" err="1"/>
              <a:t>menarik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230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3BDC-2574-1836-9E27-41E0BA39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Font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22B04-11FA-8945-335D-C8DC9F4D1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Pengaturan</a:t>
            </a:r>
            <a:r>
              <a:rPr lang="en-ID" dirty="0"/>
              <a:t> font </a:t>
            </a:r>
            <a:r>
              <a:rPr lang="en-ID" dirty="0" err="1"/>
              <a:t>dalam</a:t>
            </a:r>
            <a:r>
              <a:rPr lang="en-ID" dirty="0"/>
              <a:t> CSS sangat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keterbacaan</a:t>
            </a:r>
            <a:r>
              <a:rPr lang="en-ID" dirty="0"/>
              <a:t> dan </a:t>
            </a:r>
            <a:r>
              <a:rPr lang="en-ID" dirty="0" err="1"/>
              <a:t>estetika</a:t>
            </a:r>
            <a:r>
              <a:rPr lang="en-ID" dirty="0"/>
              <a:t> website. CSS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,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, </a:t>
            </a:r>
            <a:r>
              <a:rPr lang="en-ID" dirty="0" err="1"/>
              <a:t>ketebalan</a:t>
            </a:r>
            <a:r>
              <a:rPr lang="en-ID" dirty="0"/>
              <a:t> tulisan, </a:t>
            </a:r>
            <a:r>
              <a:rPr lang="en-ID" dirty="0" err="1"/>
              <a:t>gaya</a:t>
            </a:r>
            <a:r>
              <a:rPr lang="en-ID" dirty="0"/>
              <a:t> tulisan,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perataan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agar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yang </a:t>
            </a:r>
            <a:r>
              <a:rPr lang="en-ID" dirty="0" err="1"/>
              <a:t>diinginkan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7614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80E5-A49A-E1E2-BE06-19E7D3B6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Margin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4C148-EE36-1F01-8EC6-8195A011C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Margin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 di </a:t>
            </a:r>
            <a:r>
              <a:rPr lang="en-ID" dirty="0" err="1"/>
              <a:t>luar</a:t>
            </a:r>
            <a:r>
              <a:rPr lang="en-ID" dirty="0"/>
              <a:t> batas </a:t>
            </a:r>
            <a:r>
              <a:rPr lang="en-ID" dirty="0" err="1"/>
              <a:t>elemen</a:t>
            </a:r>
            <a:r>
              <a:rPr lang="en-ID" dirty="0"/>
              <a:t> yang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jarak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</a:t>
            </a:r>
            <a:r>
              <a:rPr lang="en-ID" dirty="0" err="1"/>
              <a:t>Penggunaan</a:t>
            </a:r>
            <a:r>
              <a:rPr lang="en-ID" dirty="0"/>
              <a:t> margin yang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website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rapi</a:t>
            </a:r>
            <a:r>
              <a:rPr lang="en-ID" dirty="0"/>
              <a:t>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padat</a:t>
            </a:r>
            <a:r>
              <a:rPr lang="en-ID" dirty="0"/>
              <a:t>, dan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nyaman</a:t>
            </a:r>
            <a:r>
              <a:rPr lang="en-ID" dirty="0"/>
              <a:t> </a:t>
            </a:r>
            <a:r>
              <a:rPr lang="en-ID" dirty="0" err="1"/>
              <a:t>dibaca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dirty="0"/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8DAB1-DCBC-8CAD-66EF-089A667F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128" y="4121498"/>
            <a:ext cx="2027232" cy="128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34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81DE-47ED-C3A8-64E6-6EE8B046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3357B-8FAE-5FB3-E776-4E59417BD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Padding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jarak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isi</a:t>
            </a:r>
            <a:r>
              <a:rPr lang="en-ID" dirty="0"/>
              <a:t>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border </a:t>
            </a:r>
            <a:r>
              <a:rPr lang="en-ID" dirty="0" err="1"/>
              <a:t>elemen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padding, </a:t>
            </a:r>
            <a:r>
              <a:rPr lang="en-ID" dirty="0" err="1"/>
              <a:t>isi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lega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menempel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pada garis batas,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kenyamanan</a:t>
            </a:r>
            <a:r>
              <a:rPr lang="en-ID" dirty="0"/>
              <a:t> visual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151D3-0B3D-9BB4-ED86-B386DC3D2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664" y="4165896"/>
            <a:ext cx="2617312" cy="135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68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488A-FFCD-1CE9-D7FE-D9957645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E3727-5556-E30F-723D-2DC8A2684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Border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garis </a:t>
            </a:r>
            <a:r>
              <a:rPr lang="en-ID" dirty="0" err="1"/>
              <a:t>tepi</a:t>
            </a:r>
            <a:r>
              <a:rPr lang="en-ID" dirty="0"/>
              <a:t> pada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HTML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 </a:t>
            </a:r>
            <a:r>
              <a:rPr lang="en-ID" dirty="0" err="1"/>
              <a:t>batasnya</a:t>
            </a:r>
            <a:r>
              <a:rPr lang="en-ID" dirty="0"/>
              <a:t>. Border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diatur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, </a:t>
            </a:r>
            <a:r>
              <a:rPr lang="en-ID" dirty="0" err="1"/>
              <a:t>ketebalan</a:t>
            </a:r>
            <a:r>
              <a:rPr lang="en-ID" dirty="0"/>
              <a:t>, dan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garisnya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visual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penekanan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dirty="0"/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AD42F-19A8-2698-D38B-B0E1D2BA1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73" y="4195392"/>
            <a:ext cx="2767353" cy="112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92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889F-AEF8-7E82-31E7-376C7B937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Box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8028E-B217-9FB7-1B27-5E0B65C2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Dalam</a:t>
            </a:r>
            <a:r>
              <a:rPr lang="en-ID" dirty="0"/>
              <a:t> CSS,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kotak</a:t>
            </a:r>
            <a:r>
              <a:rPr lang="en-ID" dirty="0"/>
              <a:t> yang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content, padding, border, dan margin. Konsep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Box Model, yang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jarak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ditampilkan</a:t>
            </a:r>
            <a:r>
              <a:rPr lang="en-ID" dirty="0"/>
              <a:t> pada </a:t>
            </a:r>
            <a:r>
              <a:rPr lang="en-ID" dirty="0" err="1"/>
              <a:t>halaman</a:t>
            </a:r>
            <a:r>
              <a:rPr lang="en-ID" dirty="0"/>
              <a:t> web.</a:t>
            </a:r>
          </a:p>
        </p:txBody>
      </p:sp>
    </p:spTree>
    <p:extLst>
      <p:ext uri="{BB962C8B-B14F-4D97-AF65-F5344CB8AC3E}">
        <p14:creationId xmlns:p14="http://schemas.microsoft.com/office/powerpoint/2010/main" val="2399578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C5BA-2B50-5EEB-4BCA-47D1B0EA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E644B-6148-F6EB-17D4-794773F91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Property display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HTML </a:t>
            </a:r>
            <a:r>
              <a:rPr lang="en-ID" dirty="0" err="1"/>
              <a:t>ditampilkan</a:t>
            </a:r>
            <a:r>
              <a:rPr lang="en-ID" dirty="0"/>
              <a:t> di </a:t>
            </a:r>
            <a:r>
              <a:rPr lang="en-ID" dirty="0" err="1"/>
              <a:t>halaman</a:t>
            </a:r>
            <a:r>
              <a:rPr lang="en-ID" dirty="0"/>
              <a:t>,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blok</a:t>
            </a:r>
            <a:r>
              <a:rPr lang="en-ID" dirty="0"/>
              <a:t>, inline, inline-block, </a:t>
            </a:r>
            <a:r>
              <a:rPr lang="en-ID" dirty="0" err="1"/>
              <a:t>disembunyikan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layout modern </a:t>
            </a:r>
            <a:r>
              <a:rPr lang="en-ID" dirty="0" err="1"/>
              <a:t>seperti</a:t>
            </a:r>
            <a:r>
              <a:rPr lang="en-ID" dirty="0"/>
              <a:t> flex dan grid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fleksibel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pengaturan</a:t>
            </a:r>
            <a:r>
              <a:rPr lang="en-ID" dirty="0"/>
              <a:t> tata </a:t>
            </a:r>
            <a:r>
              <a:rPr lang="en-ID" dirty="0" err="1"/>
              <a:t>letak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1922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C015-80A9-C512-F02F-71175879D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DC2CA-8751-ED01-7970-B7A79B913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Positioning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CSS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letak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pada </a:t>
            </a:r>
            <a:r>
              <a:rPr lang="en-ID" dirty="0" err="1"/>
              <a:t>halaman</a:t>
            </a:r>
            <a:r>
              <a:rPr lang="en-ID" dirty="0"/>
              <a:t> web. </a:t>
            </a:r>
            <a:r>
              <a:rPr lang="en-ID" dirty="0" err="1"/>
              <a:t>Dengan</a:t>
            </a:r>
            <a:r>
              <a:rPr lang="en-ID" dirty="0"/>
              <a:t> positioning,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dipindahkan</a:t>
            </a:r>
            <a:r>
              <a:rPr lang="en-ID" dirty="0"/>
              <a:t>, </a:t>
            </a:r>
            <a:r>
              <a:rPr lang="en-ID" dirty="0" err="1"/>
              <a:t>ditempatkan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menempel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di-scroll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44561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6A474-7492-D640-E616-0E8EE1F6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Position Static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AA291-C0F5-9133-AB9B-170293503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Static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default </a:t>
            </a:r>
            <a:r>
              <a:rPr lang="en-ID" dirty="0" err="1"/>
              <a:t>dari</a:t>
            </a:r>
            <a:r>
              <a:rPr lang="en-ID" dirty="0"/>
              <a:t> property position, di mana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mengikuti</a:t>
            </a:r>
            <a:r>
              <a:rPr lang="en-ID" dirty="0"/>
              <a:t> </a:t>
            </a:r>
            <a:r>
              <a:rPr lang="en-ID" dirty="0" err="1"/>
              <a:t>alur</a:t>
            </a:r>
            <a:r>
              <a:rPr lang="en-ID" dirty="0"/>
              <a:t> normal </a:t>
            </a:r>
            <a:r>
              <a:rPr lang="en-ID" dirty="0" err="1"/>
              <a:t>dokumen</a:t>
            </a:r>
            <a:r>
              <a:rPr lang="en-ID" dirty="0"/>
              <a:t> HTML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pengaturan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. </a:t>
            </a:r>
            <a:r>
              <a:rPr lang="en-ID" dirty="0" err="1"/>
              <a:t>Posisi</a:t>
            </a:r>
            <a:r>
              <a:rPr lang="en-ID" dirty="0"/>
              <a:t> static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pada </a:t>
            </a:r>
            <a:r>
              <a:rPr lang="en-ID" dirty="0" err="1"/>
              <a:t>elemen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penempatan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layout </a:t>
            </a:r>
            <a:r>
              <a:rPr lang="en-ID" dirty="0" err="1"/>
              <a:t>halaman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5574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E441-A67C-A6B3-C541-00446076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Position Relative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044C-3F7A-FCCE-18EA-075B4207D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Relative positioning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digeser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awalnya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alur</a:t>
            </a:r>
            <a:r>
              <a:rPr lang="en-ID" dirty="0"/>
              <a:t> layout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keseluruhan</a:t>
            </a:r>
            <a:r>
              <a:rPr lang="en-ID" dirty="0"/>
              <a:t>.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ditentukan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awalnya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property </a:t>
            </a:r>
            <a:r>
              <a:rPr lang="en-ID" dirty="0" err="1"/>
              <a:t>seperti</a:t>
            </a:r>
            <a:r>
              <a:rPr lang="en-ID" dirty="0"/>
              <a:t> top, left, right, </a:t>
            </a:r>
            <a:r>
              <a:rPr lang="en-ID" dirty="0" err="1"/>
              <a:t>atau</a:t>
            </a:r>
            <a:r>
              <a:rPr lang="en-ID" dirty="0"/>
              <a:t> bottom.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681C8-030E-71B8-93AE-4E6766CFD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4020344"/>
            <a:ext cx="2620246" cy="132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64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1EAA-46AE-81AF-ECFA-F4441D71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Position Absolute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49339-4360-7A83-050B-F697AB1D7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Absolute positioning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keluar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alur</a:t>
            </a:r>
            <a:r>
              <a:rPr lang="en-ID" dirty="0"/>
              <a:t> normal </a:t>
            </a:r>
            <a:r>
              <a:rPr lang="en-ID" dirty="0" err="1"/>
              <a:t>dokumen</a:t>
            </a:r>
            <a:r>
              <a:rPr lang="en-ID" dirty="0"/>
              <a:t> dan </a:t>
            </a:r>
            <a:r>
              <a:rPr lang="en-ID" dirty="0" err="1"/>
              <a:t>ditempatkan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parent </a:t>
            </a:r>
            <a:r>
              <a:rPr lang="en-ID" dirty="0" err="1"/>
              <a:t>terdekat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positioning. Teknik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badge, ikon, </a:t>
            </a:r>
            <a:r>
              <a:rPr lang="en-ID" dirty="0" err="1"/>
              <a:t>atau</a:t>
            </a:r>
            <a:r>
              <a:rPr lang="en-ID" dirty="0"/>
              <a:t> overlay pada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1FDCF-B373-EEE5-5F90-A0B985BDD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950" y="4173851"/>
            <a:ext cx="2435644" cy="145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4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930A5-D6D5-9130-6E5E-80F5A190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Position Fixed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6A3A4-B307-1B8A-3D21-F6E989493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Fixed positioning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di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pada </a:t>
            </a:r>
            <a:r>
              <a:rPr lang="en-ID" dirty="0" err="1"/>
              <a:t>layar</a:t>
            </a:r>
            <a:r>
              <a:rPr lang="en-ID" dirty="0"/>
              <a:t> </a:t>
            </a:r>
            <a:r>
              <a:rPr lang="en-ID" dirty="0" err="1"/>
              <a:t>meskipun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di-scroll.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sangat </a:t>
            </a: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pada navbar </a:t>
            </a:r>
            <a:r>
              <a:rPr lang="en-ID" dirty="0" err="1"/>
              <a:t>tetap</a:t>
            </a:r>
            <a:r>
              <a:rPr lang="en-ID" dirty="0"/>
              <a:t>, </a:t>
            </a:r>
            <a:r>
              <a:rPr lang="en-ID" dirty="0" err="1"/>
              <a:t>tombol</a:t>
            </a:r>
            <a:r>
              <a:rPr lang="en-ID" dirty="0"/>
              <a:t> </a:t>
            </a:r>
            <a:r>
              <a:rPr lang="en-ID" dirty="0" err="1"/>
              <a:t>bantuan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tombol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agar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oleh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0817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192A-40D6-D4A0-2270-259A840D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Position Sticky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1BA65-616B-69FF-E238-3C0ED6D37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Sticky positioning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gabungan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relative dan fixed, di mana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mengikuti</a:t>
            </a:r>
            <a:r>
              <a:rPr lang="en-ID" dirty="0"/>
              <a:t> </a:t>
            </a:r>
            <a:r>
              <a:rPr lang="en-ID" dirty="0" err="1"/>
              <a:t>alur</a:t>
            </a:r>
            <a:r>
              <a:rPr lang="en-ID" dirty="0"/>
              <a:t> normal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mencapai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menempel</a:t>
            </a:r>
            <a:r>
              <a:rPr lang="en-ID" dirty="0"/>
              <a:t> di </a:t>
            </a:r>
            <a:r>
              <a:rPr lang="en-ID" dirty="0" err="1"/>
              <a:t>layar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scroll pada </a:t>
            </a:r>
            <a:r>
              <a:rPr lang="en-ID" dirty="0" err="1"/>
              <a:t>halaman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51C87D-FE5C-7130-2DBF-7481407CB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578" y="3752460"/>
            <a:ext cx="2799476" cy="149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51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8B66-9395-8ED2-E51B-C390F3F7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Z-index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6AD9B-76A2-F7F2-4935-791C0CFF2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Z-index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urutan</a:t>
            </a:r>
            <a:r>
              <a:rPr lang="en-ID" dirty="0"/>
              <a:t> </a:t>
            </a:r>
            <a:r>
              <a:rPr lang="en-ID" dirty="0" err="1"/>
              <a:t>lapisan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bertumpuk</a:t>
            </a:r>
            <a:r>
              <a:rPr lang="en-ID" dirty="0"/>
              <a:t>.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z-index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tampil</a:t>
            </a:r>
            <a:r>
              <a:rPr lang="en-ID" dirty="0"/>
              <a:t> di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depan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sangat </a:t>
            </a:r>
            <a:r>
              <a:rPr lang="en-ID" dirty="0" err="1"/>
              <a:t>berguna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pengaturan</a:t>
            </a:r>
            <a:r>
              <a:rPr lang="en-ID" dirty="0"/>
              <a:t> modal, popup,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overlay.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CD642-74B3-6A7C-9CD0-8955E91C5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230" y="4224890"/>
            <a:ext cx="1938918" cy="100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58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D126-1508-43C8-3CEC-2444E900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A374-8163-D974-90F6-A42E25943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Overflow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konten</a:t>
            </a:r>
            <a:r>
              <a:rPr lang="en-ID" dirty="0"/>
              <a:t> yang </a:t>
            </a:r>
            <a:r>
              <a:rPr lang="en-ID" dirty="0" err="1"/>
              <a:t>melebihi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ditampilkan</a:t>
            </a:r>
            <a:r>
              <a:rPr lang="en-ID" dirty="0"/>
              <a:t>,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dibiarkan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, </a:t>
            </a:r>
            <a:r>
              <a:rPr lang="en-ID" dirty="0" err="1"/>
              <a:t>disembunyikan</a:t>
            </a:r>
            <a:r>
              <a:rPr lang="en-ID" dirty="0"/>
              <a:t>, </a:t>
            </a:r>
            <a:r>
              <a:rPr lang="en-ID" dirty="0" err="1"/>
              <a:t>diberi</a:t>
            </a:r>
            <a:r>
              <a:rPr lang="en-ID" dirty="0"/>
              <a:t> scroll,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diatur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4839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592E-930B-20FF-517B-6DEBEBB3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Layouting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42879-C4A4-634F-B67E-BBD85246D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Layouting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proses </a:t>
            </a:r>
            <a:r>
              <a:rPr lang="en-ID" dirty="0" err="1"/>
              <a:t>menyusun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pada </a:t>
            </a:r>
            <a:r>
              <a:rPr lang="en-ID" dirty="0" err="1"/>
              <a:t>halaman</a:t>
            </a:r>
            <a:r>
              <a:rPr lang="en-ID" dirty="0"/>
              <a:t> web agar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yang </a:t>
            </a:r>
            <a:r>
              <a:rPr lang="en-ID" dirty="0" err="1"/>
              <a:t>teratur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header, menu </a:t>
            </a:r>
            <a:r>
              <a:rPr lang="en-ID" dirty="0" err="1"/>
              <a:t>navigasi</a:t>
            </a:r>
            <a:r>
              <a:rPr lang="en-ID" dirty="0"/>
              <a:t>,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, sidebar, dan footer </a:t>
            </a:r>
            <a:r>
              <a:rPr lang="en-ID" dirty="0" err="1"/>
              <a:t>sehingga</a:t>
            </a:r>
            <a:r>
              <a:rPr lang="en-ID" dirty="0"/>
              <a:t> website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dan </a:t>
            </a:r>
            <a:r>
              <a:rPr lang="en-ID" dirty="0" err="1"/>
              <a:t>digunakan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5971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7B2A-92F6-D5FE-820A-413FFAA7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607D-3F75-C7AA-AE9F-A16B0EE22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Float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lama </a:t>
            </a:r>
            <a:r>
              <a:rPr lang="en-ID" dirty="0" err="1"/>
              <a:t>dalam</a:t>
            </a:r>
            <a:r>
              <a:rPr lang="en-ID" dirty="0"/>
              <a:t> CSS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di </a:t>
            </a:r>
            <a:r>
              <a:rPr lang="en-ID" dirty="0" err="1"/>
              <a:t>sisi</a:t>
            </a:r>
            <a:r>
              <a:rPr lang="en-ID" dirty="0"/>
              <a:t> kiri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kanan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lain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mengalir</a:t>
            </a:r>
            <a:r>
              <a:rPr lang="en-ID" dirty="0"/>
              <a:t> </a:t>
            </a:r>
            <a:r>
              <a:rPr lang="en-ID" dirty="0" err="1"/>
              <a:t>mengelilinginya</a:t>
            </a:r>
            <a:r>
              <a:rPr lang="en-ID" dirty="0"/>
              <a:t>. </a:t>
            </a:r>
            <a:r>
              <a:rPr lang="en-ID" dirty="0" err="1"/>
              <a:t>Meskipun</a:t>
            </a:r>
            <a:r>
              <a:rPr lang="en-ID" dirty="0"/>
              <a:t> </a:t>
            </a:r>
            <a:r>
              <a:rPr lang="en-ID" dirty="0" err="1"/>
              <a:t>sekarang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jarang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layout </a:t>
            </a:r>
            <a:r>
              <a:rPr lang="en-ID" dirty="0" err="1"/>
              <a:t>utama</a:t>
            </a:r>
            <a:r>
              <a:rPr lang="en-ID" dirty="0"/>
              <a:t>, float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berguna</a:t>
            </a:r>
            <a:r>
              <a:rPr lang="en-ID" dirty="0"/>
              <a:t> pada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3879B-063F-E9F3-11F8-D9482CEB2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12" y="4204919"/>
            <a:ext cx="1930311" cy="102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2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84DC-135F-3457-6CC5-8FE7E079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063A8-88CB-43E0-2485-E42BB196F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Flexbox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layout modern </a:t>
            </a:r>
            <a:r>
              <a:rPr lang="en-ID" dirty="0" err="1"/>
              <a:t>dalam</a:t>
            </a:r>
            <a:r>
              <a:rPr lang="en-ID" dirty="0"/>
              <a:t> CSS yang </a:t>
            </a: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susunan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, </a:t>
            </a:r>
            <a:r>
              <a:rPr lang="en-ID" dirty="0" err="1"/>
              <a:t>baik</a:t>
            </a:r>
            <a:r>
              <a:rPr lang="en-ID" dirty="0"/>
              <a:t> horizontal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vertikal</a:t>
            </a:r>
            <a:r>
              <a:rPr lang="en-ID" dirty="0"/>
              <a:t>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fleksibel</a:t>
            </a:r>
            <a:r>
              <a:rPr lang="en-ID" dirty="0"/>
              <a:t>, </a:t>
            </a:r>
            <a:r>
              <a:rPr lang="en-ID" dirty="0" err="1"/>
              <a:t>mudah</a:t>
            </a:r>
            <a:r>
              <a:rPr lang="en-ID" dirty="0"/>
              <a:t>, dan </a:t>
            </a:r>
            <a:r>
              <a:rPr lang="en-ID" dirty="0" err="1"/>
              <a:t>efisien</a:t>
            </a:r>
            <a:r>
              <a:rPr lang="en-ID" dirty="0"/>
              <a:t> </a:t>
            </a:r>
            <a:r>
              <a:rPr lang="en-ID" dirty="0" err="1"/>
              <a:t>dibanding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layout </a:t>
            </a:r>
            <a:r>
              <a:rPr lang="en-ID" dirty="0" err="1"/>
              <a:t>sebelumnya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63E48E-F080-0A7D-8FF0-B9F370186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45" y="4122722"/>
            <a:ext cx="2116990" cy="103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39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E6F4-9600-CB71-52F1-7DFA376C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Properti</a:t>
            </a:r>
            <a:r>
              <a:rPr lang="en-ID" dirty="0"/>
              <a:t> 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2CAA8-60D2-B8E1-8906-53EC4F7EB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Flexbox </a:t>
            </a: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property </a:t>
            </a:r>
            <a:r>
              <a:rPr lang="en-ID" dirty="0" err="1"/>
              <a:t>seperti</a:t>
            </a:r>
            <a:r>
              <a:rPr lang="en-ID" dirty="0"/>
              <a:t> justify-content, align-items, flex-direction, dan gap yang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, </a:t>
            </a:r>
            <a:r>
              <a:rPr lang="en-ID" dirty="0" err="1"/>
              <a:t>jarak</a:t>
            </a:r>
            <a:r>
              <a:rPr lang="en-ID" dirty="0"/>
              <a:t>, dan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susunan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agar layout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dinamis</a:t>
            </a:r>
            <a:r>
              <a:rPr lang="en-ID" dirty="0"/>
              <a:t> dan </a:t>
            </a:r>
            <a:r>
              <a:rPr lang="en-ID" dirty="0" err="1"/>
              <a:t>responsif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2209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E34B-00C4-6FDE-8405-3E09F010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CSS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7B59-7373-C42E-1BFA-2B82FFDE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CSS Grid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layout dua </a:t>
            </a:r>
            <a:r>
              <a:rPr lang="en-ID" dirty="0" err="1"/>
              <a:t>dimensi</a:t>
            </a:r>
            <a:r>
              <a:rPr lang="en-ID" dirty="0"/>
              <a:t> yang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baris dan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bersamaan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sangat </a:t>
            </a: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layout website yang </a:t>
            </a:r>
            <a:r>
              <a:rPr lang="en-ID" dirty="0" err="1"/>
              <a:t>kompleks</a:t>
            </a:r>
            <a:r>
              <a:rPr lang="en-ID" dirty="0"/>
              <a:t>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terstruktur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3B71E-20F9-4063-AB92-A088DFF2F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535" y="4183724"/>
            <a:ext cx="1831399" cy="93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94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7DD1-9E2D-C64D-E869-12E710BF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Properti</a:t>
            </a:r>
            <a:r>
              <a:rPr lang="en-ID" dirty="0"/>
              <a:t>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88357-AA2E-461B-9BAF-9EB8FEB24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CSS Grid </a:t>
            </a:r>
            <a:r>
              <a:rPr lang="en-ID" dirty="0" err="1"/>
              <a:t>memiliki</a:t>
            </a:r>
            <a:r>
              <a:rPr lang="en-ID" dirty="0"/>
              <a:t> property </a:t>
            </a:r>
            <a:r>
              <a:rPr lang="en-ID" dirty="0" err="1"/>
              <a:t>seperti</a:t>
            </a:r>
            <a:r>
              <a:rPr lang="en-ID" dirty="0"/>
              <a:t> grid-template-columns, grid-template-rows, gap, dan grid-area yang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, </a:t>
            </a:r>
            <a:r>
              <a:rPr lang="en-ID" dirty="0" err="1"/>
              <a:t>jumlah</a:t>
            </a:r>
            <a:r>
              <a:rPr lang="en-ID" dirty="0"/>
              <a:t> baris, </a:t>
            </a:r>
            <a:r>
              <a:rPr lang="en-ID" dirty="0" err="1"/>
              <a:t>jarak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area </a:t>
            </a:r>
            <a:r>
              <a:rPr lang="en-ID" dirty="0" err="1"/>
              <a:t>penempatan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detail.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3DB3F-B02C-8826-7B6B-34DA58FBE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348" y="4057215"/>
            <a:ext cx="3143689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89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F009-5978-398E-4ADF-BDEA3167D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Responsive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DF9BB-1B21-AD81-9CE9-FEE2628A3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Responsive design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website agar </a:t>
            </a:r>
            <a:r>
              <a:rPr lang="en-ID" dirty="0" err="1"/>
              <a:t>tampil</a:t>
            </a:r>
            <a:r>
              <a:rPr lang="en-ID" dirty="0"/>
              <a:t> optimal di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layar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, tablet, </a:t>
            </a:r>
            <a:r>
              <a:rPr lang="en-ID" dirty="0" err="1"/>
              <a:t>maupun</a:t>
            </a:r>
            <a:r>
              <a:rPr lang="en-ID" dirty="0"/>
              <a:t> smartphone,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pengalaman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nyaman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zoom </a:t>
            </a:r>
            <a:r>
              <a:rPr lang="en-ID" dirty="0" err="1"/>
              <a:t>atau</a:t>
            </a:r>
            <a:r>
              <a:rPr lang="en-ID" dirty="0"/>
              <a:t> scroll </a:t>
            </a:r>
            <a:r>
              <a:rPr lang="en-ID" dirty="0" err="1"/>
              <a:t>berlebihan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28812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18125-44DC-F549-8AB1-347B40563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Layout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27026-7833-920E-D07E-8CEB59BB7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umum</a:t>
            </a:r>
            <a:r>
              <a:rPr lang="en-ID" dirty="0"/>
              <a:t>, layout website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header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,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menu,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isi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, sidebar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, dan footer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penutup</a:t>
            </a:r>
            <a:r>
              <a:rPr lang="en-ID" dirty="0"/>
              <a:t> yang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50614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3D48B-AA5A-72C0-EE60-F26B7114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Kesimpulan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718A8-5314-FB44-DC25-1C8C277A4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CSS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website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berperan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mempercantik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,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positioning,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menyusun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layouting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website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modern, </a:t>
            </a:r>
            <a:r>
              <a:rPr lang="en-ID" dirty="0" err="1"/>
              <a:t>rapi</a:t>
            </a:r>
            <a:r>
              <a:rPr lang="en-ID" dirty="0"/>
              <a:t>, dan </a:t>
            </a:r>
            <a:r>
              <a:rPr lang="en-ID" dirty="0" err="1"/>
              <a:t>nyaman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325751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{8576D80F-EF91-4DBB-9E87-6C62D03708A9}TF6d5feb1e-e145-43f1-b745-cb4b54c5ee975d365c52-ce22229b0e48</Template>
  <TotalTime>25</TotalTime>
  <Words>1196</Words>
  <Application>Microsoft Office PowerPoint</Application>
  <PresentationFormat>Widescreen</PresentationFormat>
  <Paragraphs>61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Tw Cen MT</vt:lpstr>
      <vt:lpstr>Circuit</vt:lpstr>
      <vt:lpstr>CSS, Positioning, dan Layouting</vt:lpstr>
      <vt:lpstr>Pengertian CSS</vt:lpstr>
      <vt:lpstr>Fungsi CSS</vt:lpstr>
      <vt:lpstr>Cara Menambahkan CSS</vt:lpstr>
      <vt:lpstr>Sintaks CSS</vt:lpstr>
      <vt:lpstr>Selector CSS</vt:lpstr>
      <vt:lpstr>Property Warna</vt:lpstr>
      <vt:lpstr>Font Styling</vt:lpstr>
      <vt:lpstr>Margin</vt:lpstr>
      <vt:lpstr>Padding</vt:lpstr>
      <vt:lpstr>Border</vt:lpstr>
      <vt:lpstr>Box Model</vt:lpstr>
      <vt:lpstr>Display</vt:lpstr>
      <vt:lpstr>Positioning</vt:lpstr>
      <vt:lpstr>Position Static</vt:lpstr>
      <vt:lpstr>Position Relative</vt:lpstr>
      <vt:lpstr>Position Absolute</vt:lpstr>
      <vt:lpstr>Position Fixed</vt:lpstr>
      <vt:lpstr>Position Sticky</vt:lpstr>
      <vt:lpstr>Z-index</vt:lpstr>
      <vt:lpstr>Overflow</vt:lpstr>
      <vt:lpstr>Layouting</vt:lpstr>
      <vt:lpstr>Float</vt:lpstr>
      <vt:lpstr>Flexbox</vt:lpstr>
      <vt:lpstr>Properti Flexbox</vt:lpstr>
      <vt:lpstr>CSS Grid</vt:lpstr>
      <vt:lpstr>Properti Grid</vt:lpstr>
      <vt:lpstr>Responsive Design</vt:lpstr>
      <vt:lpstr>Contoh Struktur Layout Website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sulthon zaki</dc:creator>
  <cp:lastModifiedBy>sulthon zaki</cp:lastModifiedBy>
  <cp:revision>1</cp:revision>
  <dcterms:created xsi:type="dcterms:W3CDTF">2026-04-30T02:59:39Z</dcterms:created>
  <dcterms:modified xsi:type="dcterms:W3CDTF">2026-04-30T03:25:33Z</dcterms:modified>
</cp:coreProperties>
</file>